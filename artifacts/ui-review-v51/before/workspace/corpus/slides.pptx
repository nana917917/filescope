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BBB ノート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AAA 耐久レビュー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CCC 非表示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